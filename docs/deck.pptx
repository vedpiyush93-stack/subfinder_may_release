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29 configurations = (3 featurizer families × 1 classifier swap) + (4 DL architectures × 5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29 configs × 25 trials = 725 fits; reused per-fold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29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666" y="1325880"/>
            <a:ext cx="778436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29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296" y="1371600"/>
            <a:ext cx="854510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(rep_2 mean − rep_1 mean, should be ≈ 0 for reproducibility). 5×5 RSKF data splits are FIXED across reps; only model-init seed (REPRO_REP_SEED) varies. Restricted to the 29/29 configs with a COMPLETE 25-trial run in both reps.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161" y="1417320"/>
            <a:ext cx="889137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re-running the SAME (config, seed, fold) with a DIFFERENT model-init seed (REPRO_REP_SEED), do we get the same accuracy? Our ExtraTrees winners (green) are random_state-seeded so they're identical across reps (Δ=0). Balanced RF baselines (navy) and DL configs (orange) show small Δ from imblearn thread non-determinism and weight-init+GPU op-order non-determinism respectively. Top rankings are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acc=0.9058)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29-config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7068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0.9066 ± 0.0174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0.9010 ± 0.0225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0.8402 ± 0.0254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0.8301 ± 0.0298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0.8169 ± 0.0263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0.8148 ± 0.0253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0.8095 ± 0.0303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0.7883 ± 0.0214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0.7860 ± 0.0234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0.7825 ± 0.0317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0.7821 ± 0.0219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0.7819 ± 0.0323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0.7796 ± 0.0302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0.7784 ± 0.0275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0.7713 ± 0.0329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0.7711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0.7693 ± 0.0392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0.7689 ± 0.0415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0.7683 ± 0.0320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0.7652 ± 0.0324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0.7619 ± 0.0417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0.7559 ± 0.0371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0.7518 ± 0.0343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0.7517 ± 0.0192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0.7495 ± 0.0411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0.7491 ± 0.0334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0.7404 ± 0.0487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0.7320 ± 0.0315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0.7206 ± 0.0308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0.8734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0.0514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0.9038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0.0201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0.8062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0.7663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0.0401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0.7542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0.0349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725 fits: 13562 s = 3.77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420" y="1371600"/>
            <a:ext cx="73768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