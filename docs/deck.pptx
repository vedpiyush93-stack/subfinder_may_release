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29 configurations = (3 featurizer families × 1 classifier swap) + (4 DL architectures × 5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29 configs × 25 trials = 725 fits; reused per-fold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29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29/29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Cross-rep reproducibility — 5 reps × 25 trials, data splits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Model-init seed varies (REPRO_REP_SEED=1000/2000/3000/4000/5000); 5×5 RSKF data splits held fixed. Each row = one of 29 configs; 5 dots = per-rep means; square = cross-rep mean; bar = min↔max range.</a:t>
            </a:r>
          </a:p>
        </p:txBody>
      </p:sp>
      <p:pic>
        <p:nvPicPr>
          <p:cNvPr id="4" name="Picture 3" descr="fig14_cross_rep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481" y="1325880"/>
            <a:ext cx="66907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winner cpu__ET500_log2: &lt;b&gt;0.9063 ± 0.0006&lt;/b&gt; across 5 reps (range 0.9052–0.9068, deterministic to 4th decimal). 2nd-place ftCbow_MM__ET500_sqrt also stable at 0.9007 ± 0.0006. &lt;b&gt;Top-7 rank stability: 5/7 ranks identical across all 5 reps&lt;/b&gt; (ranks 1-5 + 7 identical in every rep, single swap between #6/#7 in rep_3). Per-family median cross-rep std: OvR(ExtraTrees) 0.0006 · OvR(BalancedRF) 0.0027 · DL families 0.0047-0.0064. Our shallow winner is essentially deterministic; DL configs have 8-10× more model-init variance.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Rank-K redemption — TRUE substrate is recovered fast as K grows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Cumulative top-K accuracy on 1030 held-out PULs (rep_1 OOF). When top-1 is wrong, the TRUE label is usually rank 2 or 3 — meaningful for triage workflows where biologists review the top few candidates.</a:t>
            </a:r>
          </a:p>
        </p:txBody>
      </p:sp>
      <p:pic>
        <p:nvPicPr>
          <p:cNvPr id="4" name="Picture 3" descr="fig11_rank_rede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top-1 = 0.906, top-2 = 0.956 (+5.0 pp), top-3 = 0.976 (+2.0 pp), top-5 = 0.981. Per-substrate: alginate is 100% at K=1; fructan is the hardest (top-1 = 0.677) but jumps to 0.903 by K=3 — i.e. when the model is wrong on fructan, the true class is almost always rank 2 or 3. Mean true-rank across all substrates = 1.39 (median 1). Calibrated probs make these ranks deployment-meaningful — see Slide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Calibration is meaningful — confidence ≈ accuracy per 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10-bin reliability histogram on calibrated probabilities (T ≈ 0.70). Sage = correct, red = incorrect. High-confidence predictions (≥0.8) ARE correct in ≥97% of cases — supports a triage/review workflow with a high-precision auto-accept threshold.</a:t>
            </a:r>
          </a:p>
        </p:txBody>
      </p:sp>
      <p:pic>
        <p:nvPicPr>
          <p:cNvPr id="4" name="Picture 3" descr="fig12_confidence_v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PER-BIN ACCURACY — 0.8-0.9 → 98.2% correct (110/112) · 0.9-1.0 → 97.3% correct (566/582). Combined ≥0.8: 97.4% correct on 694 PULs (67% of total). Bottom bins (≤0.5) show ~54-65% — the model 'knows it doesn't know'. Operational implication: route confidence ≥0.8 to auto-accept (precision ≈ 0.97), route 0.5-0.8 to expert review, refuse &lt;0.5. Same calibrator powers the deployed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Case studies — 6 hand-picked PUL predictions showing the value of top-K + sig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Each card: TRUE substrate, model's top-3 (calibrated probs), and the gene sequence. Mix of confident-correct, low-conf-correct, rank-2/3 redemptions, and a confident-wrong failure mode.</a:t>
            </a:r>
          </a:p>
        </p:txBody>
      </p:sp>
      <p:pic>
        <p:nvPicPr>
          <p:cNvPr id="4" name="Picture 3" descr="fig13_case_stud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76" y="1325880"/>
            <a:ext cx="441374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THE CARDS — green = top-1 is TRUE · amber = TRUE recovered at rank 2 or 3 · red = TRUE missing from top-3. Confident+correct (alginate, 0.96) shows clean signal: PL6/PL17 are canonical alginate lyases. Rank-2 redemption (alpha-glucan, 0.52 vs 0.32) — model splits between α/β-glucan, GH13 nudges α. Confident-wrong (alpha-glucan classified as fructan, p=1.0) — GH32/3.A.1.1.x are PRTS sucrose markers; ambiguous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29-config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7068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0.0225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0.8301 ± 0.0298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0.8169 ± 0.0263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0.8148 ± 0.0253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0.8095 ± 0.0303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0.7883 ± 0.0214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0.7860 ± 0.0234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0.7825 ± 0.0317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0.7821 ± 0.0219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0.7819 ± 0.0323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0.7796 ± 0.0302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0.7784 ± 0.0275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0.7713 ± 0.0329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0.7711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0.7693 ± 0.0392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0.7689 ± 0.0415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0.7683 ± 0.0320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0.7652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0.7619 ± 0.0417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0.7559 ± 0.0371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0.7518 ± 0.0343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0.7517 ± 0.0192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0.7495 ± 0.0411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0.7491 ± 0.0334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0.7404 ±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0.7320 ± 0.0315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0.7206 ± 0.0308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0.0201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0.8062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0.0349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725 fits: 13562 s = 3.77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Post-hoc refinement · v2 tokenizer for cross-domain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After applying the deployed model to 358,751 unsupervised PULs we found OOV was driven by FORMAT mismatches, not biology. Two-line tokenizer change closes the gap.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65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original (tok_cpu)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v2 refinement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5-rep cross-rep mean 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0.9063 ± 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0.9145 ±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+0.82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Every rep improved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consistent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Deployed vocab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41% smaller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mean OOV 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21.79%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5.36%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4× lower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+40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25%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71.2%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+25 pp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A5C"/>
                </a:solidFill>
              </a:rPr>
              <a:t>What v2 does (two lines): </a:t>
            </a:r>
            <a:r>
              <a:rPr sz="1100">
                <a:solidFill>
                  <a:srgbClr val="2C3E50"/>
                </a:solidFill>
              </a:rPr>
              <a:t>(1) Truncate Transporter Classification numbers to 2-level family — `1.B.14.6.1` → `1.B`. The supervised corpus mixes 5-level and 3-level TCs; the unsupervised has only 3-level. Truncation closes the format gap without losing biology (TC numbers are transporter accessory genes, not the substrate-discriminating signal). (2) Augment CAZy tokens with family-only fallback in concat — `GH13` → keep `GH13` AND add `GH`. Novel families like `AA17` (never seen in supervised) now still pattern-match against `AA`. Specific tokens still match exactly — no info lost.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Additive — original deployed model unchanged: </a:t>
            </a:r>
            <a:r>
              <a:rPr sz="1100">
                <a:solidFill>
                  <a:srgbClr val="2C3E50"/>
                </a:solidFill>
              </a:rPr>
              <a:t>Original deployed bundle (`artifacts/final_model.pkl` + per-rep) preserved as default (shipped via Git LFS). v2 bundle (6 × ~20 MB after `joblib(compress=xz)`, ~120 MB total) ships in-repo via regular git, no LFS. joblib.load auto-decompresses — no inference-code change. Rebuild from scratch in ~90 s/rep with `scripts/13_*.py`. Strategy sweep: `unravel/experiments/run_token_strategies.py` (13 strategies tested).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Post-hoc refinement — see paper §Post-hoc tokenizer refinement; sweep data in unravel/experiments/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